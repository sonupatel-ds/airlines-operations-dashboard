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u patel" userId="fd809fc65a6d743f" providerId="LiveId" clId="{BA5C973B-044D-4400-A1FC-47E7AEAB7F23}"/>
    <pc:docChg chg="modSld">
      <pc:chgData name="sonu patel" userId="fd809fc65a6d743f" providerId="LiveId" clId="{BA5C973B-044D-4400-A1FC-47E7AEAB7F23}" dt="2026-05-15T15:55:56.178" v="19" actId="20577"/>
      <pc:docMkLst>
        <pc:docMk/>
      </pc:docMkLst>
      <pc:sldChg chg="modSp mod">
        <pc:chgData name="sonu patel" userId="fd809fc65a6d743f" providerId="LiveId" clId="{BA5C973B-044D-4400-A1FC-47E7AEAB7F23}" dt="2026-05-15T15:55:56.178" v="19" actId="20577"/>
        <pc:sldMkLst>
          <pc:docMk/>
          <pc:sldMk cId="0" sldId="256"/>
        </pc:sldMkLst>
        <pc:spChg chg="mod">
          <ac:chgData name="sonu patel" userId="fd809fc65a6d743f" providerId="LiveId" clId="{BA5C973B-044D-4400-A1FC-47E7AEAB7F23}" dt="2026-05-15T15:55:56.178" v="19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AIRLINES OPERATIONS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400">
                <a:solidFill>
                  <a:srgbClr val="1F4E79"/>
                </a:solidFill>
              </a:defRPr>
            </a:pPr>
            <a:r>
              <a:rPr dirty="0"/>
              <a:t>Comprehensive Flight Performance &amp; Delay Analysis</a:t>
            </a:r>
          </a:p>
          <a:p>
            <a:pPr algn="ctr">
              <a:spcAft>
                <a:spcPts val="1500"/>
              </a:spcAft>
              <a:defRPr sz="2400">
                <a:solidFill>
                  <a:srgbClr val="1F4E79"/>
                </a:solidFill>
              </a:defRPr>
            </a:pPr>
            <a:r>
              <a:rPr dirty="0"/>
              <a:t>Interactive Power BI Business Intelligence Project</a:t>
            </a:r>
          </a:p>
          <a:p>
            <a:pPr algn="ctr">
              <a:spcAft>
                <a:spcPts val="1500"/>
              </a:spcAft>
              <a:defRPr sz="2400">
                <a:solidFill>
                  <a:srgbClr val="1F4E79"/>
                </a:solidFill>
              </a:defRPr>
            </a:pPr>
            <a:r>
              <a:rPr dirty="0"/>
              <a:t>Prepared by: </a:t>
            </a:r>
            <a:r>
              <a:rPr lang="en-IN" dirty="0"/>
              <a:t>Sonu Patel</a:t>
            </a:r>
          </a:p>
          <a:p>
            <a:pPr algn="ctr">
              <a:spcAft>
                <a:spcPts val="1500"/>
              </a:spcAft>
              <a:defRPr sz="2400">
                <a:solidFill>
                  <a:srgbClr val="1F4E79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Flight delays significantly impact passenger satisfaction and loyalty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High cancellation rates reduce operational efficiency and profitability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Airport-wise KPI tracking is essential for performance monitoring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Data-driven insights support strategic airline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48 Million+ airline operational records analyzed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Key fields include airports, delays, cancellations, and monthly trends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Comprehensive dataset designed for business intelligence reporting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Supports trend analysis, forecasting, and operational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Power BI for dashboard creation and visualization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Excel for data preparation and validation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SQL for data extraction and transformation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Python for cleaning, preprocessing, and exploratory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Dashboard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Executive KPI Cards for operational monitoring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Delay reason segmentation analysis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City-wise and airport-wise performance tracking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Monthly flight trend visualizations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Yearly cancellation performance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48M Total Flights Managed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37M On-Time Flights Achieved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2M Carrier Delay Cases Identified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858K Cancelled Flights Recorded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77.88% Overall On-Time Performance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City &amp; Airport Performance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Atlanta recorded the highest operational flight volume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Chicago ranked as the second-largest traffic hub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Dallas/Fort Worth maintained strong regional performance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Airport-level comparisons reveal traffic concentration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Delay &amp; Cancellation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Carrier delays remain the primary disruption factor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Late aircraft operations significantly increase delays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Weather-related delays contribute lower operational impact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Cancellation rates have improved steadily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Optimize carrier scheduling to reduce operational bottlenecks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Strengthen airport staffing and resource allocation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Improve seasonal demand forecasting and route planning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Implement proactive strategies to reduce delays and cancellations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Project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Power BI enhances operational visibility across airline systems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Supports strategic planning through real-time insights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Improves customer experience through delay management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</a:defRPr>
            </a:pPr>
            <a:r>
              <a:t>• Delivers measurable business intelligence value and profitability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Airlines Operations Dashboard | Power BI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403</Words>
  <Application>Microsoft Office PowerPoint</Application>
  <PresentationFormat>Custom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sonu patel</cp:lastModifiedBy>
  <cp:revision>1</cp:revision>
  <dcterms:created xsi:type="dcterms:W3CDTF">2013-01-27T09:14:16Z</dcterms:created>
  <dcterms:modified xsi:type="dcterms:W3CDTF">2026-05-15T15:56:18Z</dcterms:modified>
  <cp:category/>
</cp:coreProperties>
</file>